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3" r:id="rId7"/>
  </p:sldIdLst>
  <p:sldSz cx="14630400" cy="8229600"/>
  <p:notesSz cx="8229600" cy="14630400"/>
  <p:embeddedFontLst>
    <p:embeddedFont>
      <p:font typeface="Unbounded" charset="0"/>
      <p:regular r:id="rId9"/>
    </p:embeddedFon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Cabin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-420" y="-11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87717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MarketEase</a:t>
            </a: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– AI-Powered Marketing Partner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515874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your Business, let AI handle your marketing.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79533"/>
            <a:ext cx="801445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Problem Statement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16230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D93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Challenge for Business Owners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145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Should they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product development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or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spend time on marketing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?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28124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Hiring a Digital Marketing Agency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Costs ₹40K-₹50K per month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7479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DIY(Do it yourself)Marketing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Time-consuming, requires expertise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146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Lack of Automation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Manual work, inefficient processes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8669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957D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Conclusion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Businesses need a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cost-effective, automated, AI-driven marketing solution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93846"/>
            <a:ext cx="890254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Solution – MarketEase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76613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💡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AI-powered platform that provides all marketing services done by agencies, plus additional automation.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036457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Reduces effort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– Automates marketing, meetings, and social media.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10802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Saves time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– AI manages everything, freeing up business owners.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985147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Cuts costs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– Eliminates the need for expensive agencies.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644991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MarketEase = AI-Powered Marketing + Smart Task Automation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12483"/>
            <a:ext cx="958572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Features &amp; Functionality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14788"/>
            <a:ext cx="61855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1. Smart Meeting &amp; Task Scheduling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058001"/>
            <a:ext cx="6185535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📩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AI scans emails → detects important meetings → one-click accept/reschedule → automatic response sent.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2114788"/>
            <a:ext cx="61855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2. AI-Generated Content &amp; Auto-Posting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3058001"/>
            <a:ext cx="6185535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📝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Users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line up post titles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AI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creates text &amp; images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Auto-posts to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Instagram, Facebook, Blogs, &amp; Newsletters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4316254"/>
            <a:ext cx="6357818" cy="3100745"/>
          </a:xfrm>
          <a:prstGeom prst="roundRect">
            <a:avLst>
              <a:gd name="adj" fmla="val 1158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1077039" y="4555569"/>
            <a:ext cx="58791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00" b="1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3. Automated Social Media Marketing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7039" y="5403056"/>
            <a:ext cx="5879187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📊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Runs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targeted paid ads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AI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analyzes &amp; optimizes campaigns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Generates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high-converting leads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434858" y="4316254"/>
            <a:ext cx="6357818" cy="3100745"/>
          </a:xfrm>
          <a:prstGeom prst="roundRect">
            <a:avLst>
              <a:gd name="adj" fmla="val 1158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7674173" y="4555569"/>
            <a:ext cx="58791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00" b="1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4. Chat &amp; Voice-Enabled Task Execution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74173" y="5403056"/>
            <a:ext cx="587918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🎙 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can type or say: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74173" y="5937290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“Reschedule my meeting with Mr. Sharma”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74173" y="6404015"/>
            <a:ext cx="5879187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“Upload a post on ‘Best Marketing Strategies’”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
</a:t>
            </a: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🚀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AI instantly completes the task!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618" y="944047"/>
            <a:ext cx="8095059" cy="634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Architecture &amp; Technology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54618" y="1901547"/>
            <a:ext cx="6452830" cy="2090976"/>
          </a:xfrm>
          <a:prstGeom prst="roundRect">
            <a:avLst>
              <a:gd name="adj" fmla="val 1547"/>
            </a:avLst>
          </a:prstGeom>
          <a:solidFill>
            <a:srgbClr val="1C3645"/>
          </a:solidFill>
          <a:ln/>
        </p:spPr>
      </p:sp>
      <p:sp>
        <p:nvSpPr>
          <p:cNvPr id="4" name="Text 2"/>
          <p:cNvSpPr/>
          <p:nvPr/>
        </p:nvSpPr>
        <p:spPr>
          <a:xfrm>
            <a:off x="970240" y="2117169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📌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1: User Input &amp; Integration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70240" y="2591395"/>
            <a:ext cx="6021586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connect their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email, social media, and marketing accounts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70240" y="3356610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extracts relevant tasks &amp; meeting details.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23071" y="1901547"/>
            <a:ext cx="6452830" cy="2090976"/>
          </a:xfrm>
          <a:prstGeom prst="roundRect">
            <a:avLst>
              <a:gd name="adj" fmla="val 1547"/>
            </a:avLst>
          </a:prstGeom>
          <a:solidFill>
            <a:srgbClr val="1C3645"/>
          </a:solidFill>
          <a:ln/>
        </p:spPr>
      </p:sp>
      <p:sp>
        <p:nvSpPr>
          <p:cNvPr id="8" name="Text 6"/>
          <p:cNvSpPr/>
          <p:nvPr/>
        </p:nvSpPr>
        <p:spPr>
          <a:xfrm>
            <a:off x="7638693" y="2117169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📌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2: AI Processing &amp; Decision Making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38693" y="2591395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NLP-based AI scans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emails for meetings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38693" y="3011686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generates &amp; schedules content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social media.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38693" y="3431977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analyzes ad campaigns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&amp;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optimizes targeting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4618" y="4208145"/>
            <a:ext cx="6452830" cy="2144911"/>
          </a:xfrm>
          <a:prstGeom prst="roundRect">
            <a:avLst>
              <a:gd name="adj" fmla="val 1508"/>
            </a:avLst>
          </a:prstGeom>
          <a:solidFill>
            <a:srgbClr val="1C3645"/>
          </a:solidFill>
          <a:ln/>
        </p:spPr>
      </p:sp>
      <p:sp>
        <p:nvSpPr>
          <p:cNvPr id="13" name="Text 11"/>
          <p:cNvSpPr/>
          <p:nvPr/>
        </p:nvSpPr>
        <p:spPr>
          <a:xfrm>
            <a:off x="970240" y="4423767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📌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3: Task Execution &amp; Automation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0240" y="4897993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auto-sends emails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meetings.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0240" y="5318284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creates &amp; posts content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on social platforms.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70240" y="5738574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runs ad campaigns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&amp;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generates reports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23071" y="4208145"/>
            <a:ext cx="6452830" cy="2144911"/>
          </a:xfrm>
          <a:prstGeom prst="roundRect">
            <a:avLst>
              <a:gd name="adj" fmla="val 1508"/>
            </a:avLst>
          </a:prstGeom>
          <a:solidFill>
            <a:srgbClr val="1C3645"/>
          </a:solidFill>
          <a:ln/>
        </p:spPr>
      </p:sp>
      <p:sp>
        <p:nvSpPr>
          <p:cNvPr id="18" name="Text 16"/>
          <p:cNvSpPr/>
          <p:nvPr/>
        </p:nvSpPr>
        <p:spPr>
          <a:xfrm>
            <a:off x="7638693" y="4423767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📌</a:t>
            </a:r>
            <a:r>
              <a:rPr lang="en-US" sz="16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4: Continuous Learning &amp; Improvement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638693" y="4897993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analyzes engagement data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improve future campaigns.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38693" y="5318284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</a:t>
            </a:r>
            <a:r>
              <a:rPr lang="en-US" sz="16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learns user preferences</a:t>
            </a:r>
            <a:r>
              <a:rPr lang="en-US" sz="1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smarter automation.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638693" y="5792510"/>
            <a:ext cx="6021586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4618" y="6595586"/>
            <a:ext cx="13121164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Technology Stack: Html / CSS/ Javascript (frontend</a:t>
            </a:r>
            <a:r>
              <a:rPr lang="en-US" sz="165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), Python 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/ Nodejs (backend), MySQL/MongoDB (database),NLP/TensorFlow (</a:t>
            </a: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&amp; Automation)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4032" y="660083"/>
            <a:ext cx="7495937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Financial Projections &amp; Key Metrics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824033" y="2515791"/>
            <a:ext cx="3170634" cy="777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5000" dirty="0">
                <a:solidFill>
                  <a:srgbClr val="CAD6DE"/>
                </a:solidFill>
                <a:latin typeface="Unbounded" pitchFamily="34" charset="0"/>
              </a:rPr>
              <a:t>₹3.4 lacs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1224677" y="3586996"/>
            <a:ext cx="2769989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 month Revenue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352574" y="2515791"/>
            <a:ext cx="2566630" cy="60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5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₹7.7 lacs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5149215" y="3586996"/>
            <a:ext cx="2769989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 month Revenue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786301" y="4757142"/>
            <a:ext cx="3571399" cy="777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6100" dirty="0">
                <a:solidFill>
                  <a:srgbClr val="CAD6DE"/>
                </a:solidFill>
                <a:latin typeface="Unbounded" pitchFamily="34" charset="0"/>
              </a:rPr>
              <a:t>₹52 lacs</a:t>
            </a:r>
            <a:endParaRPr lang="en-US" sz="6100" dirty="0"/>
          </a:p>
        </p:txBody>
      </p:sp>
      <p:sp>
        <p:nvSpPr>
          <p:cNvPr id="9" name="Text 6"/>
          <p:cNvSpPr/>
          <p:nvPr/>
        </p:nvSpPr>
        <p:spPr>
          <a:xfrm>
            <a:off x="3186946" y="5828348"/>
            <a:ext cx="2769989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Year 1 Revenue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824032" y="6439376"/>
            <a:ext cx="7495937" cy="113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1️⃣ </a:t>
            </a:r>
            <a:r>
              <a:rPr lang="en-US" sz="185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</a:t>
            </a:r>
            <a:r>
              <a:rPr lang="en-US" sz="1850" b="1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Subscription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Plans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(Monthly/Annual AI-powered marketing services)
</a:t>
            </a: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2️⃣ </a:t>
            </a:r>
            <a:r>
              <a:rPr lang="en-US" sz="185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</a:t>
            </a:r>
            <a:r>
              <a:rPr lang="en-US" sz="1850" b="1" dirty="0" err="1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Freemium</a:t>
            </a:r>
            <a:r>
              <a:rPr lang="en-US" sz="1850" b="1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(Basic features free, premium features paid)
</a:t>
            </a:r>
            <a:r>
              <a:rPr lang="en-US" sz="18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3️⃣ </a:t>
            </a:r>
            <a:r>
              <a:rPr lang="en-US" sz="185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</a:t>
            </a:r>
            <a:r>
              <a:rPr lang="en-US" sz="1850" b="1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Commission 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 Paid Ad Campaigns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444</Words>
  <Application>Microsoft Office PowerPoint</Application>
  <PresentationFormat>Custom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Unbounded</vt:lpstr>
      <vt:lpstr>Calibri</vt:lpstr>
      <vt:lpstr>Cabin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Ankita Sharma</cp:lastModifiedBy>
  <cp:revision>11</cp:revision>
  <dcterms:created xsi:type="dcterms:W3CDTF">2025-03-05T13:04:10Z</dcterms:created>
  <dcterms:modified xsi:type="dcterms:W3CDTF">2025-03-15T15:36:37Z</dcterms:modified>
</cp:coreProperties>
</file>